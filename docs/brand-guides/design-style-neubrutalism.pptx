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exend SemiBold"/>
      <p:regular r:id="rId15"/>
      <p:bold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Lexend"/>
      <p:regular r:id="rId21"/>
      <p:bold r:id="rId22"/>
    </p:embeddedFont>
    <p:embeddedFont>
      <p:font typeface="Lexend Black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exend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xend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font" Target="fonts/Lexend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italic.fntdata"/><Relationship Id="rId6" Type="http://schemas.openxmlformats.org/officeDocument/2006/relationships/slide" Target="slides/slide1.xml"/><Relationship Id="rId18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9919ce2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9919ce2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c9e65ab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c9e65ab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9e65ab3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9e65ab3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c9e65ab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c9e65ab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c9e65ab3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c9e65ab3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9e65ab3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c9e65ab3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9e65ab3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9e65ab3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c9e65ab3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c9e65ab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832700" y="885488"/>
            <a:ext cx="5478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rPr>
              <a:t>Introduction to Public Forum Debate</a:t>
            </a:r>
            <a:endParaRPr sz="4800">
              <a:solidFill>
                <a:schemeClr val="dk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832700" y="3476692"/>
            <a:ext cx="5478600" cy="453300"/>
          </a:xfrm>
          <a:prstGeom prst="rect">
            <a:avLst/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SemiBold"/>
                <a:ea typeface="Lexend SemiBold"/>
                <a:cs typeface="Lexend SemiBold"/>
                <a:sym typeface="Lexend SemiBold"/>
              </a:rPr>
              <a:t>Middle School Introduction</a:t>
            </a:r>
            <a:endParaRPr sz="18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7" name="Google Shape;57;p13"/>
          <p:cNvSpPr/>
          <p:nvPr/>
        </p:nvSpPr>
        <p:spPr>
          <a:xfrm rot="8548753">
            <a:off x="7402032" y="3869927"/>
            <a:ext cx="1161975" cy="1179736"/>
          </a:xfrm>
          <a:prstGeom prst="blockArc">
            <a:avLst>
              <a:gd fmla="val 10800000" name="adj1"/>
              <a:gd fmla="val 14149" name="adj2"/>
              <a:gd fmla="val 29953" name="adj3"/>
            </a:avLst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897225" y="370825"/>
            <a:ext cx="324000" cy="318900"/>
          </a:xfrm>
          <a:prstGeom prst="ellipse">
            <a:avLst/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285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/>
          <p:nvPr/>
        </p:nvSpPr>
        <p:spPr>
          <a:xfrm rot="10800000">
            <a:off x="336225" y="4027850"/>
            <a:ext cx="803400" cy="780600"/>
          </a:xfrm>
          <a:prstGeom prst="teardrop">
            <a:avLst>
              <a:gd fmla="val 100000" name="adj"/>
            </a:avLst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476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78625" y="938225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/>
          <p:nvPr/>
        </p:nvSpPr>
        <p:spPr>
          <a:xfrm rot="5400000">
            <a:off x="346300" y="402350"/>
            <a:ext cx="402900" cy="431100"/>
          </a:xfrm>
          <a:prstGeom prst="round1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/>
          <p:nvPr/>
        </p:nvSpPr>
        <p:spPr>
          <a:xfrm rot="5400000">
            <a:off x="-266550" y="2372850"/>
            <a:ext cx="1183200" cy="397800"/>
          </a:xfrm>
          <a:prstGeom prst="rect">
            <a:avLst/>
          </a:prstGeom>
          <a:solidFill>
            <a:srgbClr val="7DBCB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285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450175" y="370825"/>
            <a:ext cx="1584600" cy="397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7DBCB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60000" dist="285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ter"/>
                <a:ea typeface="Inter"/>
                <a:cs typeface="Inter"/>
                <a:sym typeface="Inter"/>
              </a:rPr>
              <a:t>Week 1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7858150" y="1980150"/>
            <a:ext cx="645600" cy="692100"/>
          </a:xfrm>
          <a:prstGeom prst="star4">
            <a:avLst>
              <a:gd fmla="val 12500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280000" dist="285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7564875" y="2464825"/>
            <a:ext cx="431100" cy="453300"/>
          </a:xfrm>
          <a:prstGeom prst="star4">
            <a:avLst>
              <a:gd fmla="val 12500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280000" dist="285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488" y="4225797"/>
            <a:ext cx="1259019" cy="4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4"/>
          <p:cNvSpPr/>
          <p:nvPr/>
        </p:nvSpPr>
        <p:spPr>
          <a:xfrm rot="5400000">
            <a:off x="2802975" y="-1812825"/>
            <a:ext cx="973500" cy="5458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476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588665" y="547125"/>
            <a:ext cx="52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rPr>
              <a:t>TODAY’S OVERVIEW</a:t>
            </a:r>
            <a:endParaRPr sz="3600">
              <a:solidFill>
                <a:schemeClr val="dk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74" name="Google Shape;74;p14"/>
          <p:cNvSpPr/>
          <p:nvPr/>
        </p:nvSpPr>
        <p:spPr>
          <a:xfrm rot="-5400000">
            <a:off x="-515492" y="2781875"/>
            <a:ext cx="2788200" cy="579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8E121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476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129325" y="1678900"/>
            <a:ext cx="4889700" cy="2788200"/>
          </a:xfrm>
          <a:prstGeom prst="rect">
            <a:avLst/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4762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 rot="-1807473">
            <a:off x="6620428" y="787234"/>
            <a:ext cx="1622894" cy="1629179"/>
          </a:xfrm>
          <a:prstGeom prst="blockArc">
            <a:avLst>
              <a:gd fmla="val 10800000" name="adj1"/>
              <a:gd fmla="val 14149" name="adj2"/>
              <a:gd fmla="val 29953" name="adj3"/>
            </a:avLst>
          </a:prstGeom>
          <a:solidFill>
            <a:srgbClr val="7DBCB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14"/>
          <p:cNvSpPr/>
          <p:nvPr/>
        </p:nvSpPr>
        <p:spPr>
          <a:xfrm rot="870929">
            <a:off x="7562799" y="2102901"/>
            <a:ext cx="974300" cy="937699"/>
          </a:xfrm>
          <a:prstGeom prst="flowChartSummingJunction">
            <a:avLst/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rot="-667554">
            <a:off x="6453248" y="3190574"/>
            <a:ext cx="1263955" cy="1367917"/>
          </a:xfrm>
          <a:prstGeom prst="star6">
            <a:avLst>
              <a:gd fmla="val 18902" name="adj"/>
              <a:gd fmla="val 115470" name="hf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588650" y="1677725"/>
            <a:ext cx="5799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E4D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</a:t>
            </a:r>
            <a:endParaRPr sz="2200">
              <a:solidFill>
                <a:srgbClr val="F0E4D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E4D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2</a:t>
            </a:r>
            <a:endParaRPr sz="2200">
              <a:solidFill>
                <a:srgbClr val="F0E4D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E4D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3</a:t>
            </a:r>
            <a:endParaRPr sz="2200">
              <a:solidFill>
                <a:srgbClr val="F0E4D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0E4D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4</a:t>
            </a:r>
            <a:endParaRPr sz="2200">
              <a:solidFill>
                <a:srgbClr val="F0E4D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F0E4D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5</a:t>
            </a:r>
            <a:endParaRPr sz="2200">
              <a:solidFill>
                <a:srgbClr val="F0E4D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168550" y="1678900"/>
            <a:ext cx="46914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Lorem ipsum dolor sit amet</a:t>
            </a:r>
            <a:endParaRPr sz="2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Lorem ipsum dolor sit amet</a:t>
            </a:r>
            <a:endParaRPr sz="2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Lorem ipsum dolor sit amet</a:t>
            </a:r>
            <a:endParaRPr sz="2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Lorem ipsum dolor sit amet</a:t>
            </a:r>
            <a:endParaRPr sz="2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Lorem ipsum dolor sit amet</a:t>
            </a:r>
            <a:endParaRPr sz="2200">
              <a:solidFill>
                <a:schemeClr val="dk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550550" y="744300"/>
            <a:ext cx="6042900" cy="3654900"/>
          </a:xfrm>
          <a:prstGeom prst="roundRect">
            <a:avLst>
              <a:gd fmla="val 16667" name="adj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rPr>
              <a:t>Section Title</a:t>
            </a:r>
            <a:endParaRPr sz="48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167541" y="4143675"/>
            <a:ext cx="830400" cy="890100"/>
          </a:xfrm>
          <a:prstGeom prst="star4">
            <a:avLst>
              <a:gd fmla="val 12500" name="adj"/>
            </a:avLst>
          </a:prstGeom>
          <a:solidFill>
            <a:srgbClr val="7DBCB1"/>
          </a:solidFill>
          <a:ln cap="flat" cmpd="sng" w="24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280000" dist="36754">
              <a:srgbClr val="000000"/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906125" y="3937028"/>
            <a:ext cx="554400" cy="582900"/>
          </a:xfrm>
          <a:prstGeom prst="star4">
            <a:avLst>
              <a:gd fmla="val 12500" name="adj"/>
            </a:avLst>
          </a:prstGeom>
          <a:solidFill>
            <a:srgbClr val="7DBCB1"/>
          </a:solidFill>
          <a:ln cap="flat" cmpd="sng" w="24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280000" dist="36754">
              <a:srgbClr val="000000"/>
            </a:outerShdw>
          </a:effectLst>
        </p:spPr>
        <p:txBody>
          <a:bodyPr anchorCtr="0" anchor="ctr" bIns="117600" lIns="117600" spcFirstLastPara="1" rIns="117600" wrap="square" tIns="117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/>
          <p:nvPr/>
        </p:nvSpPr>
        <p:spPr>
          <a:xfrm rot="10800000">
            <a:off x="8237850" y="-29450"/>
            <a:ext cx="408000" cy="1306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8AA7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50778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 rot="2192474">
            <a:off x="397080" y="393529"/>
            <a:ext cx="868154" cy="874333"/>
          </a:xfrm>
          <a:prstGeom prst="chord">
            <a:avLst>
              <a:gd fmla="val 4710331" name="adj1"/>
              <a:gd fmla="val 16200000" name="adj2"/>
            </a:avLst>
          </a:prstGeom>
          <a:solidFill>
            <a:srgbClr val="AA85B3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50778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4D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8E121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449800" y="3163175"/>
            <a:ext cx="4244400" cy="527100"/>
          </a:xfrm>
          <a:prstGeom prst="roundRect">
            <a:avLst>
              <a:gd fmla="val 16667" name="adj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Subtitle</a:t>
            </a:r>
            <a:endParaRPr i="1" sz="22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560150" y="1648350"/>
            <a:ext cx="6023700" cy="923400"/>
          </a:xfrm>
          <a:prstGeom prst="rect">
            <a:avLst/>
          </a:prstGeom>
          <a:noFill/>
          <a:ln>
            <a:noFill/>
          </a:ln>
          <a:effectLst>
            <a:outerShdw rotWithShape="0" algn="bl" dir="2700000" dist="66675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0E4D0"/>
                </a:solidFill>
                <a:latin typeface="Lexend Black"/>
                <a:ea typeface="Lexend Black"/>
                <a:cs typeface="Lexend Black"/>
                <a:sym typeface="Lexend Black"/>
              </a:rPr>
              <a:t>Section Title 2</a:t>
            </a:r>
            <a:endParaRPr sz="4800">
              <a:solidFill>
                <a:srgbClr val="F0E4D0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05825" y="116425"/>
            <a:ext cx="1101600" cy="12321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 rot="10800000">
            <a:off x="7918975" y="3824100"/>
            <a:ext cx="1101600" cy="1232100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 rot="-2036913">
            <a:off x="8107875" y="302912"/>
            <a:ext cx="493714" cy="987429"/>
          </a:xfrm>
          <a:prstGeom prst="flowChartSort">
            <a:avLst/>
          </a:prstGeom>
          <a:solidFill>
            <a:srgbClr val="AA85B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 rot="-1564319">
            <a:off x="635933" y="3818907"/>
            <a:ext cx="779522" cy="839229"/>
          </a:xfrm>
          <a:prstGeom prst="plus">
            <a:avLst>
              <a:gd fmla="val 35731" name="adj"/>
            </a:avLst>
          </a:prstGeom>
          <a:solidFill>
            <a:srgbClr val="7DBCB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st="66675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64000" y="103700"/>
            <a:ext cx="8016000" cy="820500"/>
          </a:xfrm>
          <a:prstGeom prst="roundRect">
            <a:avLst>
              <a:gd fmla="val 16667" name="adj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Section Title</a:t>
            </a:r>
            <a:endParaRPr sz="4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564000" y="1187775"/>
            <a:ext cx="80160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dolor sit amet, consectetur adipiscing elit,</a:t>
            </a:r>
            <a:r>
              <a:rPr lang="en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600"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Incididunt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8726600" y="46826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8726600" y="422585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726600" y="37691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564000" y="103700"/>
            <a:ext cx="8016000" cy="820500"/>
          </a:xfrm>
          <a:prstGeom prst="roundRect">
            <a:avLst>
              <a:gd fmla="val 16667" name="adj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Section Title</a:t>
            </a:r>
            <a:endParaRPr sz="4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564000" y="1187775"/>
            <a:ext cx="40080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dolor sit amet, consectetur adipiscing elit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572000" y="1187775"/>
            <a:ext cx="4008000" cy="3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dolor sit amet, consectetur adipiscing elit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726600" y="46826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8726600" y="422585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8726600" y="37691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64000" y="103700"/>
            <a:ext cx="8016000" cy="820500"/>
          </a:xfrm>
          <a:prstGeom prst="roundRect">
            <a:avLst>
              <a:gd fmla="val 16667" name="adj"/>
            </a:avLst>
          </a:prstGeom>
          <a:solidFill>
            <a:srgbClr val="F0E4D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952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Section Title</a:t>
            </a:r>
            <a:endParaRPr sz="40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564000" y="2101400"/>
            <a:ext cx="4008000" cy="25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"/>
              <a:buChar char="●"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726600" y="46826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726600" y="422585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8726600" y="3769100"/>
            <a:ext cx="318600" cy="318600"/>
          </a:xfrm>
          <a:prstGeom prst="roundRect">
            <a:avLst>
              <a:gd fmla="val 16667" name="adj"/>
            </a:avLst>
          </a:prstGeom>
          <a:solidFill>
            <a:srgbClr val="C8AA7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640000" dist="3810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572000" y="2101400"/>
            <a:ext cx="4008000" cy="25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dolor sit amet,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consectetur adipiscing elit,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do eiusmod tempor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64000" y="1187775"/>
            <a:ext cx="80160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Lexend"/>
                <a:ea typeface="Lexend"/>
                <a:cs typeface="Lexend"/>
                <a:sym typeface="Lexend"/>
              </a:rPr>
              <a:t>Lorem ipsum dolor sit amet, consectetur adipiscing elit, sed do eiusmod tempor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Lorem ipsum dolor sit amet, consectetur adipiscing elit, sed do eiusmod tempor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121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FAF4F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F3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225750" y="226340"/>
            <a:ext cx="8692500" cy="4690800"/>
          </a:xfrm>
          <a:prstGeom prst="rect">
            <a:avLst/>
          </a:prstGeom>
          <a:solidFill>
            <a:srgbClr val="8E121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